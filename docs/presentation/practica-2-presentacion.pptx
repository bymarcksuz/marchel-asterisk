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72" r:id="rId3"/>
    <p:sldId id="267" r:id="rId4"/>
    <p:sldId id="271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D51F1-2878-448E-8DCD-12C5DBC9E0C6}" v="533" dt="2025-04-03T10:41:06.740"/>
    <p1510:client id="{7331AC9C-BB9A-48B4-8902-1B483A561BB9}" v="1201" dt="2025-04-03T09:26:08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8:50:00.30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8:50:00.30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8:50:00.30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8:50:00.30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8:50:00.30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9:00:09.396"/>
    </inkml:context>
    <inkml:brush xml:id="br0">
      <inkml:brushProperty name="width" value="0.05" units="cm"/>
      <inkml:brushProperty name="height" value="0.05" units="cm"/>
      <inkml:brushProperty name="color" value="#C86C09"/>
    </inkml:brush>
  </inkml:definitions>
  <inkml:trace contextRef="#ctx0" brushRef="#br0">58 463 639,'0'0'0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95FDB-591D-20CF-9974-1335385D1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9252C-2AAD-7590-E2FA-14385D12B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480AF-6614-3C76-4D7B-88B05300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922FB-AE91-0FD3-8E09-9116B73F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C69829-94BA-64E4-50CC-AA19DEBD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70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2C67A-661B-4F70-4C63-C991B413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EBFB09-9C55-961F-EAF3-729C3ED52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339EB-481C-BB61-9B1B-C592FBA3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7C69C3-0039-2BB4-7C1F-D1BF23B3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C4D2CE-82CD-8482-2C89-DEB040F2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303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59F4-539F-D489-CB1F-3E3EFC54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BB9C6F-70EB-372D-25AD-1FECA537D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06BEB8-BEA1-2771-9FC1-EB20FD4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8929A-BE0F-E7D0-D583-4B91CF2C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6194AF-8616-98A6-C2ED-4B985BB3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4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0EA87-EA4F-4436-4DD6-F5377BAC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D7DE1-7E83-3AAB-21D1-5DBE2D3C5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8C048C-B27B-3ABB-3000-20611720B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134D09-D892-6669-1AD6-60525657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7F9F05-6A65-6AC8-7A11-3AD94AD6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C36B9A-7CDB-6405-F404-BAD64E85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65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18177-1814-F937-2D3F-CBAE8FAF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2D9191-7BBF-EF76-7A9F-AD0FBB58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9016E8-EC39-9AA2-C337-1E0B7AB95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A995B7-05DD-8F7B-ADFD-B3DE10A22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642824-C911-6C1F-43E8-24A758F38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D6CCC3-16BE-B8B9-87FD-D73099CB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3CB52D-A593-5700-C232-764E4C8E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1E7A94-79B5-35FB-C573-44E79DBA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41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4043A-4D0F-7165-BE3A-CA1061B4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7DDB09-E232-22E3-5BE5-3FCE435C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4C5E76-695D-49B3-73A5-B545985E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511801-664F-1C63-CED4-543017BF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68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C6B412-105A-4AFC-6A3F-FED09088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DF6E2-BA6A-B806-F71B-8A0D38F9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7BF2C0-4A8B-50C3-7943-0313F19E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20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83CA3-3E74-EF42-7186-1E2C6974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44D553-8011-C298-5D27-9FBAE4498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2D1282-319B-1244-2269-C36FD3A3B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1EDFA8-FD1E-BAA9-C531-7A732ECF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86CE84-1DDA-54F9-B4C9-7632DD65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802BA1-1311-C6E3-BEB2-67AF19F4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92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53DE8-2557-9232-A290-3DBC46783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AA49F0-0C78-79AE-112F-0A8348EAF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ADC2EB-8554-8102-F81A-A5E1F54D8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D1512E-F956-A824-602C-2ED61318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6458DF-7E48-A752-3727-4553E6D4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70A5A-FE4D-1FE2-0D27-7672AD53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982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074DA-F5AF-66C3-8BD8-A4E25C82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37DADA-742D-B1C5-5A94-87C2E5C12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7EDF25-1F91-2699-DB11-458D6779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A42E13-48C7-9BD1-9129-A6971E26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320288-8192-D2C6-3031-C96A0901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111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837CEB-DFE7-E41F-7BF6-80A150C37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83BA9D-4604-75EC-2D90-AC5055AE6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C29466-AC94-3250-9BF1-AED6B131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526DB-1D27-6BA4-1442-2207D791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3B4682-5242-A87D-1EBB-229CA271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739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459629-5D71-80E7-ACDD-7B0E7860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E6806-A927-1322-1AB4-2ED17F6D5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35929-432D-95C1-81C1-F0C06AE3D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6CDC9-9842-5F4B-957A-F85B9D726E03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2EEEC1-23DD-1AA8-2088-1EACB20D8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312D2B-CBBE-045F-2531-7F593E4DE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82CA7-359A-F540-9128-166A40FF1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25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1.xml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5.xml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7.xml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8.svg"/><Relationship Id="rId3" Type="http://schemas.openxmlformats.org/officeDocument/2006/relationships/customXml" Target="../ink/ink9.xml"/><Relationship Id="rId7" Type="http://schemas.openxmlformats.org/officeDocument/2006/relationships/image" Target="../media/image3.svg"/><Relationship Id="rId12" Type="http://schemas.openxmlformats.org/officeDocument/2006/relationships/image" Target="../media/image17.svg"/><Relationship Id="rId2" Type="http://schemas.openxmlformats.org/officeDocument/2006/relationships/image" Target="../media/image1.sv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6.svg"/><Relationship Id="rId5" Type="http://schemas.openxmlformats.org/officeDocument/2006/relationships/image" Target="../media/image4.png"/><Relationship Id="rId15" Type="http://schemas.openxmlformats.org/officeDocument/2006/relationships/image" Target="../media/image20.svg"/><Relationship Id="rId10" Type="http://schemas.openxmlformats.org/officeDocument/2006/relationships/image" Target="../media/image15.svg"/><Relationship Id="rId9" Type="http://schemas.openxmlformats.org/officeDocument/2006/relationships/image" Target="../media/image2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1.xml"/><Relationship Id="rId7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B4DA6-DC56-4B99-4E4C-DF80DED8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736" y="1770435"/>
            <a:ext cx="3784059" cy="2378706"/>
          </a:xfrm>
          <a:effectLst>
            <a:reflection blurRad="6350" stA="50000" endA="300" endPos="55000" dir="5400000" sy="-100000" algn="bl" rotWithShape="0"/>
          </a:effectLst>
        </p:spPr>
        <p:txBody>
          <a:bodyPr/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MARCHEL</a:t>
            </a:r>
            <a:endParaRPr lang="es-ES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8" name="Imagen 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60C1750-4F49-4CE3-BB41-288BDD707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430" y="1131162"/>
            <a:ext cx="4595675" cy="459567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33B302E9-2A48-E8D7-50AA-047FCB52C14C}"/>
              </a:ext>
            </a:extLst>
          </p:cNvPr>
          <p:cNvSpPr/>
          <p:nvPr/>
        </p:nvSpPr>
        <p:spPr>
          <a:xfrm>
            <a:off x="6828817" y="1021404"/>
            <a:ext cx="5158902" cy="4815192"/>
          </a:xfrm>
          <a:prstGeom prst="ellipse">
            <a:avLst/>
          </a:prstGeom>
          <a:noFill/>
          <a:ln w="76200">
            <a:solidFill>
              <a:schemeClr val="tx2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A4FDFF0-D562-CF00-9626-31DD1E320BAF}"/>
              </a:ext>
            </a:extLst>
          </p:cNvPr>
          <p:cNvSpPr/>
          <p:nvPr/>
        </p:nvSpPr>
        <p:spPr>
          <a:xfrm>
            <a:off x="204281" y="4236690"/>
            <a:ext cx="6196519" cy="75875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52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37951-5006-8D5B-D38B-920BA481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70A79B3F-B957-503D-8F77-0397CE4B189E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¿Qué es Marchel?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DF593BB-71BA-4D44-625F-C18CA0A8727E}"/>
                  </a:ext>
                </a:extLst>
              </p14:cNvPr>
              <p14:cNvContentPartPr/>
              <p14:nvPr/>
            </p14:nvContentPartPr>
            <p14:xfrm>
              <a:off x="2199240" y="6233091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DF593BB-71BA-4D44-625F-C18CA0A872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62240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280120CC-A2BC-F425-20F8-F2D7FA74B1AE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280120CC-A2BC-F425-20F8-F2D7FA74B1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9541A460-7833-0750-0246-D474BBCB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4CA1D746-08DA-3506-2496-8C768BAA5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A79A4712-44E9-9C99-B46F-BA541BF2B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7BC24E-9DAD-95A5-DDB1-BDD8EA4F3754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07ED8B5A-FC22-E219-7BC2-ADE91BFCEE3E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BB7C69FB-D01E-71B2-995F-BFEE0EE8899C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C2188862-13B8-93F6-6E6B-FC938E3A91EE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pic>
        <p:nvPicPr>
          <p:cNvPr id="3" name="Imagen 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34A1CAC-8221-1B54-51D1-8493C36A8E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502BF6D-642F-A75B-A713-9EFEC3467802}"/>
              </a:ext>
            </a:extLst>
          </p:cNvPr>
          <p:cNvSpPr/>
          <p:nvPr/>
        </p:nvSpPr>
        <p:spPr>
          <a:xfrm>
            <a:off x="1740568" y="2052536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Usuarios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r>
              <a:rPr lang="es-ES" sz="1200">
                <a:solidFill>
                  <a:schemeClr val="tx2"/>
                </a:solidFill>
              </a:rPr>
              <a:t>Extensiones empleadas: 2XXX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793815F-A3CD-F2E7-D581-229F566A19F3}"/>
              </a:ext>
            </a:extLst>
          </p:cNvPr>
          <p:cNvSpPr/>
          <p:nvPr/>
        </p:nvSpPr>
        <p:spPr>
          <a:xfrm>
            <a:off x="4813029" y="2052536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Agentes de soporte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200">
                <a:solidFill>
                  <a:schemeClr val="tx2"/>
                </a:solidFill>
              </a:rPr>
              <a:t>Soporte Tarificación:110X</a:t>
            </a:r>
          </a:p>
          <a:p>
            <a:pPr algn="ctr"/>
            <a:r>
              <a:rPr lang="es-ES" sz="1200">
                <a:solidFill>
                  <a:schemeClr val="tx2"/>
                </a:solidFill>
              </a:rPr>
              <a:t>Soporte técnico: 100X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6585263-DC05-0B05-B7D2-19C2F721A697}"/>
              </a:ext>
            </a:extLst>
          </p:cNvPr>
          <p:cNvSpPr/>
          <p:nvPr/>
        </p:nvSpPr>
        <p:spPr>
          <a:xfrm>
            <a:off x="7885490" y="2052536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Operadora Menú 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BFAF7CC-EF14-24A8-8967-4D0189EFB9CF}"/>
              </a:ext>
            </a:extLst>
          </p:cNvPr>
          <p:cNvSpPr/>
          <p:nvPr/>
        </p:nvSpPr>
        <p:spPr>
          <a:xfrm>
            <a:off x="1740568" y="3939915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Web de consulta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86C0818-3AB9-4F5D-CF52-459E6DF3152E}"/>
              </a:ext>
            </a:extLst>
          </p:cNvPr>
          <p:cNvSpPr/>
          <p:nvPr/>
        </p:nvSpPr>
        <p:spPr>
          <a:xfrm>
            <a:off x="4813029" y="4008600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Servicios básicos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ADBB5B8-14F9-6823-026D-4E178821EA84}"/>
              </a:ext>
            </a:extLst>
          </p:cNvPr>
          <p:cNvSpPr/>
          <p:nvPr/>
        </p:nvSpPr>
        <p:spPr>
          <a:xfrm>
            <a:off x="7885490" y="4018115"/>
            <a:ext cx="2565942" cy="1526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Conexión </a:t>
            </a:r>
            <a:r>
              <a:rPr lang="es-ES" err="1">
                <a:solidFill>
                  <a:schemeClr val="tx2"/>
                </a:solidFill>
              </a:rPr>
              <a:t>PBXs</a:t>
            </a:r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000">
                <a:solidFill>
                  <a:schemeClr val="tx2"/>
                </a:solidFill>
              </a:rPr>
              <a:t>Integración con sistemas existentes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8883B79-1C6D-C677-05A7-8619F356DB6B}"/>
              </a:ext>
            </a:extLst>
          </p:cNvPr>
          <p:cNvSpPr/>
          <p:nvPr/>
        </p:nvSpPr>
        <p:spPr>
          <a:xfrm>
            <a:off x="1968920" y="2583207"/>
            <a:ext cx="476548" cy="4648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>
                <a:solidFill>
                  <a:schemeClr val="tx1"/>
                </a:solidFill>
              </a:rPr>
              <a:t>2001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AD951D9-D1E9-27DA-EF1C-CD60ACC4EFCE}"/>
              </a:ext>
            </a:extLst>
          </p:cNvPr>
          <p:cNvSpPr/>
          <p:nvPr/>
        </p:nvSpPr>
        <p:spPr>
          <a:xfrm>
            <a:off x="2781288" y="2583207"/>
            <a:ext cx="476548" cy="4648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>
                <a:solidFill>
                  <a:schemeClr val="tx1"/>
                </a:solidFill>
              </a:rPr>
              <a:t>2002</a:t>
            </a:r>
            <a:endParaRPr lang="es-ES" sz="50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FDA5C00-B117-DEA2-49F6-9DE78DF259DF}"/>
              </a:ext>
            </a:extLst>
          </p:cNvPr>
          <p:cNvSpPr/>
          <p:nvPr/>
        </p:nvSpPr>
        <p:spPr>
          <a:xfrm>
            <a:off x="3591568" y="2583207"/>
            <a:ext cx="476548" cy="4648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>
                <a:solidFill>
                  <a:schemeClr val="tx1"/>
                </a:solidFill>
              </a:rPr>
              <a:t>2003</a:t>
            </a:r>
            <a:endParaRPr lang="es-ES" sz="1200"/>
          </a:p>
        </p:txBody>
      </p:sp>
      <p:pic>
        <p:nvPicPr>
          <p:cNvPr id="15" name="Imagen 14" descr="Logotipo&#10;&#10;El contenido generado por IA puede ser incorrecto.">
            <a:extLst>
              <a:ext uri="{FF2B5EF4-FFF2-40B4-BE49-F238E27FC236}">
                <a16:creationId xmlns:a16="http://schemas.microsoft.com/office/drawing/2014/main" id="{EF69B49C-B0B4-8695-7234-2A44C58871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309" y="2421757"/>
            <a:ext cx="703382" cy="703382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02EDB8D-4243-433C-F1FB-88EA36826AFC}"/>
              </a:ext>
            </a:extLst>
          </p:cNvPr>
          <p:cNvSpPr/>
          <p:nvPr/>
        </p:nvSpPr>
        <p:spPr>
          <a:xfrm>
            <a:off x="8163560" y="2421757"/>
            <a:ext cx="274320" cy="25667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7832490-7D47-644C-1A77-755ED4D4C22E}"/>
              </a:ext>
            </a:extLst>
          </p:cNvPr>
          <p:cNvSpPr/>
          <p:nvPr/>
        </p:nvSpPr>
        <p:spPr>
          <a:xfrm>
            <a:off x="8163560" y="2775049"/>
            <a:ext cx="274320" cy="25667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2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14E4912-D13B-D784-8E02-78727479BECE}"/>
              </a:ext>
            </a:extLst>
          </p:cNvPr>
          <p:cNvSpPr/>
          <p:nvPr/>
        </p:nvSpPr>
        <p:spPr>
          <a:xfrm>
            <a:off x="8173091" y="3157361"/>
            <a:ext cx="274320" cy="25667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3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9A3026C-0E19-1F8C-106D-15BE5B3AEF30}"/>
              </a:ext>
            </a:extLst>
          </p:cNvPr>
          <p:cNvCxnSpPr>
            <a:cxnSpLocks/>
          </p:cNvCxnSpPr>
          <p:nvPr/>
        </p:nvCxnSpPr>
        <p:spPr>
          <a:xfrm>
            <a:off x="8589264" y="2662438"/>
            <a:ext cx="10119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1CCE539-654E-5C30-0808-15BB4FAFA8E7}"/>
              </a:ext>
            </a:extLst>
          </p:cNvPr>
          <p:cNvCxnSpPr>
            <a:cxnSpLocks/>
          </p:cNvCxnSpPr>
          <p:nvPr/>
        </p:nvCxnSpPr>
        <p:spPr>
          <a:xfrm>
            <a:off x="8589264" y="3031727"/>
            <a:ext cx="10119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C0CCF2F-D166-F209-A985-50CD27D204CE}"/>
              </a:ext>
            </a:extLst>
          </p:cNvPr>
          <p:cNvCxnSpPr>
            <a:cxnSpLocks/>
          </p:cNvCxnSpPr>
          <p:nvPr/>
        </p:nvCxnSpPr>
        <p:spPr>
          <a:xfrm>
            <a:off x="8589264" y="3383280"/>
            <a:ext cx="10119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4F17C118-73E4-8259-3638-68479FCE7D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99" y="4518864"/>
            <a:ext cx="667223" cy="667223"/>
          </a:xfrm>
          <a:prstGeom prst="rect">
            <a:avLst/>
          </a:prstGeom>
        </p:spPr>
      </p:pic>
      <p:pic>
        <p:nvPicPr>
          <p:cNvPr id="29" name="Imagen 28" descr="Icono&#10;&#10;El contenido generado por IA puede ser incorrecto.">
            <a:extLst>
              <a:ext uri="{FF2B5EF4-FFF2-40B4-BE49-F238E27FC236}">
                <a16:creationId xmlns:a16="http://schemas.microsoft.com/office/drawing/2014/main" id="{80A51FA1-F1A4-ACCE-7686-7C1D705A72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518864"/>
            <a:ext cx="667223" cy="667223"/>
          </a:xfrm>
          <a:prstGeom prst="rect">
            <a:avLst/>
          </a:prstGeom>
        </p:spPr>
      </p:pic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BC34491-921C-2598-7922-623852EF8582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8781022" y="4852476"/>
            <a:ext cx="82017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6CD7A97-155E-B7CE-5C6F-54F4153B7D4C}"/>
              </a:ext>
            </a:extLst>
          </p:cNvPr>
          <p:cNvSpPr txBox="1"/>
          <p:nvPr/>
        </p:nvSpPr>
        <p:spPr>
          <a:xfrm>
            <a:off x="5370571" y="4402349"/>
            <a:ext cx="192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>
                <a:solidFill>
                  <a:schemeClr val="tx2"/>
                </a:solidFill>
              </a:rPr>
              <a:t>Música en espera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2C62C35-265E-BB47-951D-62DE8335CB7A}"/>
              </a:ext>
            </a:extLst>
          </p:cNvPr>
          <p:cNvSpPr txBox="1"/>
          <p:nvPr/>
        </p:nvSpPr>
        <p:spPr>
          <a:xfrm>
            <a:off x="5370571" y="4729364"/>
            <a:ext cx="192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>
                <a:solidFill>
                  <a:schemeClr val="tx2"/>
                </a:solidFill>
              </a:rPr>
              <a:t>Buzón de voz personalizado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8E39533-0C19-835B-BDA1-AED2B43A5F96}"/>
              </a:ext>
            </a:extLst>
          </p:cNvPr>
          <p:cNvSpPr txBox="1"/>
          <p:nvPr/>
        </p:nvSpPr>
        <p:spPr>
          <a:xfrm>
            <a:off x="5366157" y="5078471"/>
            <a:ext cx="192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>
                <a:solidFill>
                  <a:schemeClr val="tx2"/>
                </a:solidFill>
              </a:rPr>
              <a:t>Conferencias</a:t>
            </a: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967C3D4E-4EB3-4AA3-F599-C211D0A8F873}"/>
              </a:ext>
            </a:extLst>
          </p:cNvPr>
          <p:cNvSpPr/>
          <p:nvPr/>
        </p:nvSpPr>
        <p:spPr>
          <a:xfrm>
            <a:off x="4924901" y="4467201"/>
            <a:ext cx="384821" cy="11651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7E955A49-B4E0-9E02-D1F2-8D53A1F4D041}"/>
              </a:ext>
            </a:extLst>
          </p:cNvPr>
          <p:cNvSpPr/>
          <p:nvPr/>
        </p:nvSpPr>
        <p:spPr>
          <a:xfrm>
            <a:off x="4924901" y="4791176"/>
            <a:ext cx="384821" cy="11651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85EADAD0-1281-94A1-8F08-E4C2DE0BAE90}"/>
              </a:ext>
            </a:extLst>
          </p:cNvPr>
          <p:cNvSpPr/>
          <p:nvPr/>
        </p:nvSpPr>
        <p:spPr>
          <a:xfrm>
            <a:off x="4924901" y="5143323"/>
            <a:ext cx="384821" cy="11651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8" name="Imagen 37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D33B8B1A-8E32-757D-E8CD-3F8C26489CB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282" y="4342093"/>
            <a:ext cx="1620560" cy="101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9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DE2FF-9230-1754-0F91-FAF14EF7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AB45EA3A-A984-AF5A-0CC7-A6DA3B3AFA33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¿Qué servicios básicos ofrece?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A13513E-6FF2-09A2-D618-B46646234D4D}"/>
                  </a:ext>
                </a:extLst>
              </p14:cNvPr>
              <p14:cNvContentPartPr/>
              <p14:nvPr/>
            </p14:nvContentPartPr>
            <p14:xfrm>
              <a:off x="2199240" y="6233091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A13513E-6FF2-09A2-D618-B46646234D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62240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EBF628C6-2B24-4A5A-EC7F-11A4241A68C0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EBF628C6-2B24-4A5A-EC7F-11A4241A6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0A8DB1EA-050A-3400-C1CA-44A2A55F0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8B351C24-E0B6-1B1E-7673-B778518F9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EAEC5E2F-6AA2-4D32-AECC-562DC3B9F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8F66E241-24DE-9011-213A-E018823C9BB3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A8331127-AE0A-F9A2-F9C5-777C3CCF277D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78E61E31-658F-5FA7-7F13-4E7F4EE916CF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CF4684DD-E5C0-56F9-0077-E60A48C62F05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0D30B6D-DDA1-1E13-EE33-2E3D51411164}"/>
              </a:ext>
            </a:extLst>
          </p:cNvPr>
          <p:cNvSpPr/>
          <p:nvPr/>
        </p:nvSpPr>
        <p:spPr>
          <a:xfrm>
            <a:off x="1740568" y="1930311"/>
            <a:ext cx="2597720" cy="4299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Música en espera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CB5F23-E9AC-A8DE-071D-F789FF66D240}"/>
              </a:ext>
            </a:extLst>
          </p:cNvPr>
          <p:cNvSpPr txBox="1"/>
          <p:nvPr/>
        </p:nvSpPr>
        <p:spPr>
          <a:xfrm>
            <a:off x="1887632" y="2535559"/>
            <a:ext cx="21865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-Ambiental y relajante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5014B7-7B44-B35B-DFC3-7A50B68384D6}"/>
              </a:ext>
            </a:extLst>
          </p:cNvPr>
          <p:cNvSpPr txBox="1"/>
          <p:nvPr/>
        </p:nvSpPr>
        <p:spPr>
          <a:xfrm>
            <a:off x="1887632" y="2827317"/>
            <a:ext cx="19993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-Dinámica y no intrusiva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B1D3F9-A6FF-46AD-58DD-56CF3532F58B}"/>
              </a:ext>
            </a:extLst>
          </p:cNvPr>
          <p:cNvSpPr txBox="1"/>
          <p:nvPr/>
        </p:nvSpPr>
        <p:spPr>
          <a:xfrm>
            <a:off x="1887632" y="3118446"/>
            <a:ext cx="199936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-Nostálgica y melancólica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C311C7-DD8B-C237-9F84-5C974E977B14}"/>
              </a:ext>
            </a:extLst>
          </p:cNvPr>
          <p:cNvSpPr txBox="1"/>
          <p:nvPr/>
        </p:nvSpPr>
        <p:spPr>
          <a:xfrm>
            <a:off x="1887632" y="3408016"/>
            <a:ext cx="199936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-Orgánica y minimalista</a:t>
            </a:r>
          </a:p>
        </p:txBody>
      </p:sp>
      <p:pic>
        <p:nvPicPr>
          <p:cNvPr id="10" name="Imagen 9" descr="Imagen que contiene caja, tabla, lego, verde&#10;&#10;El contenido generado por IA puede ser incorrecto.">
            <a:extLst>
              <a:ext uri="{FF2B5EF4-FFF2-40B4-BE49-F238E27FC236}">
                <a16:creationId xmlns:a16="http://schemas.microsoft.com/office/drawing/2014/main" id="{AB70D0D3-FFF3-1A70-15BE-2AAA42D045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260" y="4501205"/>
            <a:ext cx="1556336" cy="1556336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E746F10-A920-AB13-C9B9-7713360BB753}"/>
              </a:ext>
            </a:extLst>
          </p:cNvPr>
          <p:cNvSpPr/>
          <p:nvPr/>
        </p:nvSpPr>
        <p:spPr>
          <a:xfrm>
            <a:off x="4797140" y="1930311"/>
            <a:ext cx="2597720" cy="4300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Buzón de voz personalizado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1BA675-DB1D-BD89-38A2-5E0CFE2C9B67}"/>
              </a:ext>
            </a:extLst>
          </p:cNvPr>
          <p:cNvSpPr txBox="1"/>
          <p:nvPr/>
        </p:nvSpPr>
        <p:spPr>
          <a:xfrm>
            <a:off x="4930028" y="2875898"/>
            <a:ext cx="21865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 kern="1200">
                <a:effectLst/>
                <a:latin typeface="Aptos" panose="020B0004020202020204" pitchFamily="34" charset="0"/>
                <a:ea typeface="+mn-ea"/>
                <a:cs typeface="+mn-cs"/>
              </a:rPr>
              <a:t>-Personalizable en la extensión </a:t>
            </a:r>
            <a:endParaRPr lang="es-ES" sz="1250">
              <a:effectLst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268D23-4A38-0F22-8C1E-FDEC06793C5A}"/>
              </a:ext>
            </a:extLst>
          </p:cNvPr>
          <p:cNvSpPr txBox="1"/>
          <p:nvPr/>
        </p:nvSpPr>
        <p:spPr>
          <a:xfrm>
            <a:off x="4796141" y="3352952"/>
            <a:ext cx="259772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50"/>
              <a:t>-Disponible en español e inglés</a:t>
            </a:r>
          </a:p>
        </p:txBody>
      </p:sp>
      <p:pic>
        <p:nvPicPr>
          <p:cNvPr id="15" name="Imagen 14" descr="Forma&#10;&#10;El contenido generado por IA puede ser incorrecto.">
            <a:extLst>
              <a:ext uri="{FF2B5EF4-FFF2-40B4-BE49-F238E27FC236}">
                <a16:creationId xmlns:a16="http://schemas.microsoft.com/office/drawing/2014/main" id="{D9D6CF06-6AFA-57C0-EF87-B045554273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833" y="4501204"/>
            <a:ext cx="1556337" cy="1556337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D44A003-1E87-78EB-E310-2817F9FEE7CE}"/>
              </a:ext>
            </a:extLst>
          </p:cNvPr>
          <p:cNvSpPr/>
          <p:nvPr/>
        </p:nvSpPr>
        <p:spPr>
          <a:xfrm>
            <a:off x="7853712" y="1930311"/>
            <a:ext cx="2597720" cy="4301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Conferencias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006D53-88C5-BAF2-ADDD-B86C4158C783}"/>
              </a:ext>
            </a:extLst>
          </p:cNvPr>
          <p:cNvSpPr txBox="1"/>
          <p:nvPr/>
        </p:nvSpPr>
        <p:spPr>
          <a:xfrm>
            <a:off x="7988188" y="2535559"/>
            <a:ext cx="218652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 kern="1200">
                <a:effectLst/>
                <a:latin typeface="Aptos" panose="020B0004020202020204" pitchFamily="34" charset="0"/>
                <a:ea typeface="+mn-ea"/>
                <a:cs typeface="+mn-cs"/>
              </a:rPr>
              <a:t>-Sala de conferencia con id 1 </a:t>
            </a:r>
            <a:endParaRPr lang="es-ES" sz="1250">
              <a:effectLst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AFCBDF6-DCBF-6E4E-02D1-71BCDE044484}"/>
              </a:ext>
            </a:extLst>
          </p:cNvPr>
          <p:cNvSpPr txBox="1"/>
          <p:nvPr/>
        </p:nvSpPr>
        <p:spPr>
          <a:xfrm>
            <a:off x="7853712" y="2831164"/>
            <a:ext cx="218652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50"/>
              <a:t>-Acceso: </a:t>
            </a:r>
            <a:r>
              <a:rPr lang="es-ES" sz="1250" err="1"/>
              <a:t>admin</a:t>
            </a:r>
            <a:r>
              <a:rPr lang="es-ES" sz="1250"/>
              <a:t> o usuario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F3A7954-6B7C-59DA-1612-71DF9DA238CF}"/>
              </a:ext>
            </a:extLst>
          </p:cNvPr>
          <p:cNvSpPr txBox="1"/>
          <p:nvPr/>
        </p:nvSpPr>
        <p:spPr>
          <a:xfrm>
            <a:off x="7853712" y="3126769"/>
            <a:ext cx="218652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50"/>
              <a:t>-Permisos y contraseñas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941BAE2-5116-4D63-32E8-880D356CD997}"/>
              </a:ext>
            </a:extLst>
          </p:cNvPr>
          <p:cNvSpPr txBox="1"/>
          <p:nvPr/>
        </p:nvSpPr>
        <p:spPr>
          <a:xfrm>
            <a:off x="7988188" y="3403139"/>
            <a:ext cx="23161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-Conexión mediante distinta extensión </a:t>
            </a:r>
          </a:p>
        </p:txBody>
      </p:sp>
      <p:pic>
        <p:nvPicPr>
          <p:cNvPr id="27" name="Imagen 26" descr="Forma&#10;&#10;El contenido generado por IA puede ser incorrecto.">
            <a:extLst>
              <a:ext uri="{FF2B5EF4-FFF2-40B4-BE49-F238E27FC236}">
                <a16:creationId xmlns:a16="http://schemas.microsoft.com/office/drawing/2014/main" id="{6184C5BB-9EA0-3252-8EA1-C1DB2FAB69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779" y="4319955"/>
            <a:ext cx="1737586" cy="1737586"/>
          </a:xfrm>
          <a:prstGeom prst="rect">
            <a:avLst/>
          </a:prstGeom>
        </p:spPr>
      </p:pic>
      <p:pic>
        <p:nvPicPr>
          <p:cNvPr id="28" name="Imagen 2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EF76C62D-2027-33D0-0183-C658D1EFBD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AE3363C9-6799-5CA4-37ED-4CA3BDF27C64}"/>
              </a:ext>
            </a:extLst>
          </p:cNvPr>
          <p:cNvSpPr/>
          <p:nvPr/>
        </p:nvSpPr>
        <p:spPr>
          <a:xfrm>
            <a:off x="5418520" y="3713283"/>
            <a:ext cx="1209544" cy="503228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>
                <a:solidFill>
                  <a:schemeClr val="tx2"/>
                </a:solidFill>
              </a:rPr>
              <a:t>2000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752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A7359-1615-3D14-55BF-83EF1887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EE51AF7E-28F8-E143-4FF7-50D527896C74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Operadora con atención al cliente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C2FC96A-7FCE-4E19-2624-D51A2E34B329}"/>
                  </a:ext>
                </a:extLst>
              </p14:cNvPr>
              <p14:cNvContentPartPr/>
              <p14:nvPr/>
            </p14:nvContentPartPr>
            <p14:xfrm>
              <a:off x="2199240" y="6233091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C2FC96A-7FCE-4E19-2624-D51A2E34B3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62240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4FB0A0CD-31F3-2D3A-64DA-DDC2E9675F8F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4FB0A0CD-31F3-2D3A-64DA-DDC2E9675F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0DA646A8-7AFB-1A49-51AA-7DA5C2D2C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F638AF4F-3E8A-246A-A586-FED637A4D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99E5B13F-21C6-ADDF-5E82-2DCFB67E3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32F0D3D7-60BA-8C94-4308-244DA6DDC131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6C6D2C7E-2A1F-DF0A-602F-FC95A4B7C0BF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20A98ED2-345C-DC4B-5BC3-418253231562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99FA1B0D-8685-AC8F-CDD7-18C914E88965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pic>
        <p:nvPicPr>
          <p:cNvPr id="3" name="Imagen 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FB58A80-B0FA-28CF-0BCF-9CE45AF3C0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8BFD5D8-D985-B6B3-179D-B2B213FA8EA2}"/>
              </a:ext>
            </a:extLst>
          </p:cNvPr>
          <p:cNvSpPr/>
          <p:nvPr/>
        </p:nvSpPr>
        <p:spPr>
          <a:xfrm>
            <a:off x="1740568" y="1971040"/>
            <a:ext cx="1913760" cy="42606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50">
                <a:solidFill>
                  <a:schemeClr val="tx2"/>
                </a:solidFill>
              </a:rPr>
              <a:t>Clientes/Usuarios</a:t>
            </a:r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73EF291-437C-8E9B-6F5A-0A3AD4CC5D14}"/>
              </a:ext>
            </a:extLst>
          </p:cNvPr>
          <p:cNvSpPr/>
          <p:nvPr/>
        </p:nvSpPr>
        <p:spPr>
          <a:xfrm>
            <a:off x="4182240" y="1971038"/>
            <a:ext cx="1913760" cy="4260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Operadora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F7359D6-666B-68C1-7A3D-7B13FB8B9E56}"/>
              </a:ext>
            </a:extLst>
          </p:cNvPr>
          <p:cNvSpPr/>
          <p:nvPr/>
        </p:nvSpPr>
        <p:spPr>
          <a:xfrm>
            <a:off x="7233920" y="1971038"/>
            <a:ext cx="3217512" cy="11941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Agentes de tarificación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/>
          </a:p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B6E0AE9-5ABB-66E3-5120-BE4B373ED610}"/>
              </a:ext>
            </a:extLst>
          </p:cNvPr>
          <p:cNvSpPr/>
          <p:nvPr/>
        </p:nvSpPr>
        <p:spPr>
          <a:xfrm>
            <a:off x="7233920" y="5037477"/>
            <a:ext cx="3217512" cy="11941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Servicio personalizado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6C923D1-E79F-AEBE-F79F-5BAD96E36B0D}"/>
              </a:ext>
            </a:extLst>
          </p:cNvPr>
          <p:cNvSpPr/>
          <p:nvPr/>
        </p:nvSpPr>
        <p:spPr>
          <a:xfrm>
            <a:off x="7233920" y="3504258"/>
            <a:ext cx="3217512" cy="11941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Soporte técnico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cxnSp>
        <p:nvCxnSpPr>
          <p:cNvPr id="11" name="Conector: curvado 10">
            <a:extLst>
              <a:ext uri="{FF2B5EF4-FFF2-40B4-BE49-F238E27FC236}">
                <a16:creationId xmlns:a16="http://schemas.microsoft.com/office/drawing/2014/main" id="{9D0613DF-E433-889C-BAB8-CA75121C7DB9}"/>
              </a:ext>
            </a:extLst>
          </p:cNvPr>
          <p:cNvCxnSpPr>
            <a:stCxn id="10" idx="3"/>
            <a:endCxn id="7" idx="3"/>
          </p:cNvCxnSpPr>
          <p:nvPr/>
        </p:nvCxnSpPr>
        <p:spPr>
          <a:xfrm flipV="1">
            <a:off x="10451432" y="2568125"/>
            <a:ext cx="12700" cy="1533220"/>
          </a:xfrm>
          <a:prstGeom prst="curvedConnector3">
            <a:avLst>
              <a:gd name="adj1" fmla="val 5560000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3010F07-B9CD-6053-5429-64FB3F20B253}"/>
              </a:ext>
            </a:extLst>
          </p:cNvPr>
          <p:cNvCxnSpPr>
            <a:stCxn id="6" idx="3"/>
          </p:cNvCxnSpPr>
          <p:nvPr/>
        </p:nvCxnSpPr>
        <p:spPr>
          <a:xfrm flipV="1">
            <a:off x="6096000" y="4101345"/>
            <a:ext cx="624840" cy="18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1605311-77F6-D036-4A62-1919BD3BA334}"/>
              </a:ext>
            </a:extLst>
          </p:cNvPr>
          <p:cNvCxnSpPr>
            <a:cxnSpLocks/>
          </p:cNvCxnSpPr>
          <p:nvPr/>
        </p:nvCxnSpPr>
        <p:spPr>
          <a:xfrm flipV="1">
            <a:off x="6748272" y="2568125"/>
            <a:ext cx="0" cy="306643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0444C75-938B-C803-FE89-28AC55480B8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748272" y="2568125"/>
            <a:ext cx="48564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D09BDB9-0F79-12B8-1C5D-7B3B2222CC86}"/>
              </a:ext>
            </a:extLst>
          </p:cNvPr>
          <p:cNvCxnSpPr>
            <a:endCxn id="10" idx="1"/>
          </p:cNvCxnSpPr>
          <p:nvPr/>
        </p:nvCxnSpPr>
        <p:spPr>
          <a:xfrm>
            <a:off x="6720840" y="4101345"/>
            <a:ext cx="513080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7116B468-E9D8-433F-598F-DADDDD0C9B6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748272" y="5634564"/>
            <a:ext cx="48564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D3528A2-29AC-DF2E-BD90-AF0335876C01}"/>
              </a:ext>
            </a:extLst>
          </p:cNvPr>
          <p:cNvSpPr txBox="1"/>
          <p:nvPr/>
        </p:nvSpPr>
        <p:spPr>
          <a:xfrm rot="16200000">
            <a:off x="5776367" y="3916678"/>
            <a:ext cx="15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008000"/>
                </a:highlight>
              </a:rPr>
              <a:t>Identificación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721772D-39F5-EB27-6E53-5E7137D740EE}"/>
              </a:ext>
            </a:extLst>
          </p:cNvPr>
          <p:cNvSpPr txBox="1"/>
          <p:nvPr/>
        </p:nvSpPr>
        <p:spPr>
          <a:xfrm>
            <a:off x="4253350" y="2505994"/>
            <a:ext cx="17723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-Gestión de extensiones invalidas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0558AD0-CAAA-25EB-7D92-8BE0A7EC68C9}"/>
              </a:ext>
            </a:extLst>
          </p:cNvPr>
          <p:cNvSpPr txBox="1"/>
          <p:nvPr/>
        </p:nvSpPr>
        <p:spPr>
          <a:xfrm>
            <a:off x="4262070" y="2980560"/>
            <a:ext cx="1772332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-Gestión de </a:t>
            </a:r>
            <a:r>
              <a:rPr lang="es-ES" sz="1250" err="1"/>
              <a:t>timeout</a:t>
            </a:r>
            <a:endParaRPr lang="es-ES" sz="1250"/>
          </a:p>
        </p:txBody>
      </p:sp>
      <p:pic>
        <p:nvPicPr>
          <p:cNvPr id="38" name="Imagen 37" descr="Icono&#10;&#10;El contenido generado por IA puede ser incorrecto.">
            <a:extLst>
              <a:ext uri="{FF2B5EF4-FFF2-40B4-BE49-F238E27FC236}">
                <a16:creationId xmlns:a16="http://schemas.microsoft.com/office/drawing/2014/main" id="{1BAD44CA-65D0-5E7F-7781-399D68AA01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41" y="4014216"/>
            <a:ext cx="2356468" cy="2356468"/>
          </a:xfrm>
          <a:prstGeom prst="rect">
            <a:avLst/>
          </a:prstGeom>
        </p:spPr>
      </p:pic>
      <p:sp>
        <p:nvSpPr>
          <p:cNvPr id="42" name="Bocadillo: ovalado 41">
            <a:extLst>
              <a:ext uri="{FF2B5EF4-FFF2-40B4-BE49-F238E27FC236}">
                <a16:creationId xmlns:a16="http://schemas.microsoft.com/office/drawing/2014/main" id="{37E14585-DAC9-0D6D-100C-7BBAB056B2E0}"/>
              </a:ext>
            </a:extLst>
          </p:cNvPr>
          <p:cNvSpPr/>
          <p:nvPr/>
        </p:nvSpPr>
        <p:spPr>
          <a:xfrm flipH="1">
            <a:off x="1885150" y="4316926"/>
            <a:ext cx="547154" cy="361398"/>
          </a:xfrm>
          <a:prstGeom prst="wedgeEllipseCallout">
            <a:avLst>
              <a:gd name="adj1" fmla="val -44230"/>
              <a:gd name="adj2" fmla="val 70792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C22369D-BBE3-936B-1DE9-7BC6E2A100C0}"/>
              </a:ext>
            </a:extLst>
          </p:cNvPr>
          <p:cNvSpPr txBox="1"/>
          <p:nvPr/>
        </p:nvSpPr>
        <p:spPr>
          <a:xfrm>
            <a:off x="1953986" y="4470947"/>
            <a:ext cx="621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/>
              <a:t>ayuda!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D3A2E7C-1E05-64FE-401B-74EDD1B4C7B5}"/>
              </a:ext>
            </a:extLst>
          </p:cNvPr>
          <p:cNvSpPr txBox="1"/>
          <p:nvPr/>
        </p:nvSpPr>
        <p:spPr>
          <a:xfrm>
            <a:off x="1847277" y="4320007"/>
            <a:ext cx="621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/>
              <a:t>Necesito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DB882A5-AB1F-327F-B6D9-1B38154AFFD1}"/>
              </a:ext>
            </a:extLst>
          </p:cNvPr>
          <p:cNvSpPr txBox="1"/>
          <p:nvPr/>
        </p:nvSpPr>
        <p:spPr>
          <a:xfrm>
            <a:off x="4262445" y="3278828"/>
            <a:ext cx="1878085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-Servicio personalizado</a:t>
            </a:r>
          </a:p>
        </p:txBody>
      </p:sp>
      <p:pic>
        <p:nvPicPr>
          <p:cNvPr id="44" name="Imagen 43" descr="Logotipo&#10;&#10;El contenido generado por IA puede ser incorrecto.">
            <a:extLst>
              <a:ext uri="{FF2B5EF4-FFF2-40B4-BE49-F238E27FC236}">
                <a16:creationId xmlns:a16="http://schemas.microsoft.com/office/drawing/2014/main" id="{C60F1754-8122-F7A9-F72F-BE315361A0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077" y="4253407"/>
            <a:ext cx="1878086" cy="1878086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11FF0294-56B1-5BCC-AB3F-90910A8E6221}"/>
              </a:ext>
            </a:extLst>
          </p:cNvPr>
          <p:cNvSpPr txBox="1"/>
          <p:nvPr/>
        </p:nvSpPr>
        <p:spPr>
          <a:xfrm>
            <a:off x="7273032" y="2283432"/>
            <a:ext cx="294081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-Consulta de tarifa y gastos mensuales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DD9EA79-71C5-4D77-6594-F35CB84ADAB1}"/>
              </a:ext>
            </a:extLst>
          </p:cNvPr>
          <p:cNvSpPr txBox="1"/>
          <p:nvPr/>
        </p:nvSpPr>
        <p:spPr>
          <a:xfrm>
            <a:off x="7273032" y="2541971"/>
            <a:ext cx="294081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-Pagina Web asociada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5D73579-08BF-412A-95AE-D6CC57462D37}"/>
              </a:ext>
            </a:extLst>
          </p:cNvPr>
          <p:cNvSpPr txBox="1"/>
          <p:nvPr/>
        </p:nvSpPr>
        <p:spPr>
          <a:xfrm rot="5400000">
            <a:off x="10556540" y="3211900"/>
            <a:ext cx="170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008000"/>
                </a:highlight>
              </a:rPr>
              <a:t>Transferencias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1BE20BB-CB1D-78C2-9E7A-D29C80B34711}"/>
              </a:ext>
            </a:extLst>
          </p:cNvPr>
          <p:cNvSpPr txBox="1"/>
          <p:nvPr/>
        </p:nvSpPr>
        <p:spPr>
          <a:xfrm>
            <a:off x="7372268" y="5349871"/>
            <a:ext cx="294081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-¿Cuál es tu problema?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E1CC370-AF37-789C-B135-007AA0D9E4C4}"/>
              </a:ext>
            </a:extLst>
          </p:cNvPr>
          <p:cNvSpPr txBox="1"/>
          <p:nvPr/>
        </p:nvSpPr>
        <p:spPr>
          <a:xfrm>
            <a:off x="7371092" y="5634564"/>
            <a:ext cx="308034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-Posible mejora asociando base de datos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ECF797D-D47E-1CD8-E46B-494B4DE26988}"/>
              </a:ext>
            </a:extLst>
          </p:cNvPr>
          <p:cNvSpPr txBox="1"/>
          <p:nvPr/>
        </p:nvSpPr>
        <p:spPr>
          <a:xfrm>
            <a:off x="7371092" y="5908853"/>
            <a:ext cx="294081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-Posible mejora implementando STT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100CF933-FC2B-B8F5-86C7-20AF67F64E1F}"/>
              </a:ext>
            </a:extLst>
          </p:cNvPr>
          <p:cNvSpPr/>
          <p:nvPr/>
        </p:nvSpPr>
        <p:spPr>
          <a:xfrm>
            <a:off x="9234264" y="2688335"/>
            <a:ext cx="1018696" cy="396867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800">
                <a:solidFill>
                  <a:schemeClr val="tx2"/>
                </a:solidFill>
              </a:rPr>
              <a:t>110X</a:t>
            </a:r>
          </a:p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D8E228E-6425-8748-B4A2-2B0928FAE72D}"/>
              </a:ext>
            </a:extLst>
          </p:cNvPr>
          <p:cNvSpPr txBox="1"/>
          <p:nvPr/>
        </p:nvSpPr>
        <p:spPr>
          <a:xfrm>
            <a:off x="7246620" y="3816650"/>
            <a:ext cx="29408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-Dispositivos asociados a la empresa</a:t>
            </a:r>
          </a:p>
          <a:p>
            <a:endParaRPr lang="es-ES" sz="125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3E4094-9DDC-EC3E-05D3-6F5076DF10CC}"/>
              </a:ext>
            </a:extLst>
          </p:cNvPr>
          <p:cNvSpPr txBox="1"/>
          <p:nvPr/>
        </p:nvSpPr>
        <p:spPr>
          <a:xfrm>
            <a:off x="7273032" y="4041377"/>
            <a:ext cx="294081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-Consulta de problemas de red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9028D198-37C1-3816-C4E9-0C66F74FB9AC}"/>
              </a:ext>
            </a:extLst>
          </p:cNvPr>
          <p:cNvSpPr/>
          <p:nvPr/>
        </p:nvSpPr>
        <p:spPr>
          <a:xfrm>
            <a:off x="2087504" y="2620726"/>
            <a:ext cx="1209544" cy="503228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800">
                <a:solidFill>
                  <a:schemeClr val="tx2"/>
                </a:solidFill>
              </a:rPr>
              <a:t>2XXX</a:t>
            </a:r>
          </a:p>
          <a:p>
            <a:pPr algn="ctr"/>
            <a:endParaRPr lang="es-E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6CC1CAC8-3B1D-CE35-E8D7-5940E4FDD1CA}"/>
              </a:ext>
            </a:extLst>
          </p:cNvPr>
          <p:cNvSpPr/>
          <p:nvPr/>
        </p:nvSpPr>
        <p:spPr>
          <a:xfrm>
            <a:off x="9245884" y="4235882"/>
            <a:ext cx="1018696" cy="396867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800">
                <a:solidFill>
                  <a:schemeClr val="tx2"/>
                </a:solidFill>
              </a:rPr>
              <a:t>100X</a:t>
            </a:r>
          </a:p>
          <a:p>
            <a:pPr algn="ctr"/>
            <a:endParaRPr lang="es-ES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C4AD4E79-1E87-E301-EF01-56B0CD97E8E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54328" y="4096956"/>
            <a:ext cx="527912" cy="456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338439E-47FD-89A6-7409-2C36476AE836}"/>
              </a:ext>
            </a:extLst>
          </p:cNvPr>
          <p:cNvSpPr txBox="1"/>
          <p:nvPr/>
        </p:nvSpPr>
        <p:spPr>
          <a:xfrm>
            <a:off x="4262446" y="3561033"/>
            <a:ext cx="18780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-Voces únicas y servicio TTS</a:t>
            </a:r>
          </a:p>
        </p:txBody>
      </p:sp>
    </p:spTree>
    <p:extLst>
      <p:ext uri="{BB962C8B-B14F-4D97-AF65-F5344CB8AC3E}">
        <p14:creationId xmlns:p14="http://schemas.microsoft.com/office/powerpoint/2010/main" val="156612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F638E-5153-121B-0F6E-6EC488E5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5011CD53-A589-B24A-9A5B-2FADAF847EF1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Conexión entre </a:t>
            </a:r>
            <a:r>
              <a:rPr lang="es-ES" sz="4000" err="1">
                <a:solidFill>
                  <a:schemeClr val="tx1"/>
                </a:solidFill>
                <a:latin typeface="Abadi" panose="020B0604020104020204" pitchFamily="34" charset="0"/>
              </a:rPr>
              <a:t>PBXs</a:t>
            </a:r>
            <a:endParaRPr lang="es-ES" sz="400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600AAAD-51E1-90BA-91E2-AC28AA0C2B1F}"/>
                  </a:ext>
                </a:extLst>
              </p14:cNvPr>
              <p14:cNvContentPartPr/>
              <p14:nvPr/>
            </p14:nvContentPartPr>
            <p14:xfrm>
              <a:off x="2199240" y="6233091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600AAAD-51E1-90BA-91E2-AC28AA0C2B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62240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11B76C0D-AFF3-5296-B335-FC90BA93E5F2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11B76C0D-AFF3-5296-B335-FC90BA93E5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21661411-46B6-AB7C-24A7-0D4C7B42A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30CB7977-FADE-DC5E-1764-3CD61FAC4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68B389E4-9CB7-CEBF-1137-ADF4C2A80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7059F028-706D-CE70-7EAE-F1D8CCD58062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980C1FBB-6714-78E7-7F4D-89C9A75C57F3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A3DD0FDC-7F51-D1EA-856A-E457B383C73C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DC1C986B-DBA4-A19E-6849-B6023CE4B653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pic>
        <p:nvPicPr>
          <p:cNvPr id="3" name="Imagen 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B3535EB-8651-60AD-CE25-722BA4515D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8FB2078-3220-9ABF-71AE-30F6B3646332}"/>
              </a:ext>
            </a:extLst>
          </p:cNvPr>
          <p:cNvSpPr/>
          <p:nvPr/>
        </p:nvSpPr>
        <p:spPr>
          <a:xfrm>
            <a:off x="6876288" y="1979785"/>
            <a:ext cx="3575146" cy="4381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Internacional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D01518D-3A0A-A313-E9C3-7987CDE349D1}"/>
              </a:ext>
            </a:extLst>
          </p:cNvPr>
          <p:cNvSpPr/>
          <p:nvPr/>
        </p:nvSpPr>
        <p:spPr>
          <a:xfrm>
            <a:off x="1740567" y="1979785"/>
            <a:ext cx="3575146" cy="4381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Nacional</a:t>
            </a: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endParaRPr lang="es-ES">
              <a:solidFill>
                <a:schemeClr val="tx2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8CE429C-1684-943F-D737-F5BCE05277B0}"/>
              </a:ext>
            </a:extLst>
          </p:cNvPr>
          <p:cNvSpPr/>
          <p:nvPr/>
        </p:nvSpPr>
        <p:spPr>
          <a:xfrm>
            <a:off x="2923368" y="2629870"/>
            <a:ext cx="1209544" cy="5032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 sz="1800">
                <a:solidFill>
                  <a:schemeClr val="tx2"/>
                </a:solidFill>
              </a:rPr>
              <a:t>2XXX</a:t>
            </a:r>
          </a:p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FF90DF4-4341-9780-9E0B-B24D4BEC03D2}"/>
              </a:ext>
            </a:extLst>
          </p:cNvPr>
          <p:cNvSpPr/>
          <p:nvPr/>
        </p:nvSpPr>
        <p:spPr>
          <a:xfrm>
            <a:off x="8059088" y="2629870"/>
            <a:ext cx="1209544" cy="5032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  <a:p>
            <a:pPr algn="ctr"/>
            <a:r>
              <a:rPr lang="es-ES">
                <a:solidFill>
                  <a:schemeClr val="tx2"/>
                </a:solidFill>
              </a:rPr>
              <a:t>6</a:t>
            </a:r>
            <a:r>
              <a:rPr lang="es-ES" sz="1800">
                <a:solidFill>
                  <a:schemeClr val="tx2"/>
                </a:solidFill>
              </a:rPr>
              <a:t>XXX</a:t>
            </a:r>
          </a:p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EE377F7-3F7F-4AC2-D91D-AD2631B33C18}"/>
              </a:ext>
            </a:extLst>
          </p:cNvPr>
          <p:cNvSpPr txBox="1"/>
          <p:nvPr/>
        </p:nvSpPr>
        <p:spPr>
          <a:xfrm>
            <a:off x="2117775" y="3421563"/>
            <a:ext cx="227433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-Tarifa:</a:t>
            </a:r>
            <a:r>
              <a:rPr lang="es-ES" sz="1250" b="1" i="0">
                <a:solidFill>
                  <a:srgbClr val="2EA44F"/>
                </a:solidFill>
                <a:effectLst/>
              </a:rPr>
              <a:t> 0.0500 €/min</a:t>
            </a:r>
            <a:endParaRPr lang="es-ES" sz="125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AB6514A-CE7E-E236-51F3-D9079DF0FBED}"/>
              </a:ext>
            </a:extLst>
          </p:cNvPr>
          <p:cNvSpPr txBox="1"/>
          <p:nvPr/>
        </p:nvSpPr>
        <p:spPr>
          <a:xfrm>
            <a:off x="7253496" y="3421563"/>
            <a:ext cx="227433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50"/>
              <a:t>-Tarifa: </a:t>
            </a:r>
            <a:r>
              <a:rPr lang="es-ES" sz="1250" b="1" i="0">
                <a:solidFill>
                  <a:srgbClr val="2EA44F"/>
                </a:solidFill>
                <a:effectLst/>
              </a:rPr>
              <a:t>0.1500 €/min</a:t>
            </a:r>
            <a:endParaRPr lang="es-ES" sz="125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6E5F129-BC3B-F7EE-094F-64BB2F3417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3114" y="4574876"/>
            <a:ext cx="1618037" cy="161803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311A3CF-DC84-E86F-DDF1-AF37D4154A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9049" y="4747919"/>
            <a:ext cx="1309622" cy="1309622"/>
          </a:xfrm>
          <a:prstGeom prst="rect">
            <a:avLst/>
          </a:prstGeom>
        </p:spPr>
      </p:pic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CE3B37B-32F0-8863-3519-90A1FEA3CE9C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5315713" y="4170320"/>
            <a:ext cx="1560575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28DD240-366F-B545-30D6-10B86EE6415D}"/>
              </a:ext>
            </a:extLst>
          </p:cNvPr>
          <p:cNvSpPr txBox="1"/>
          <p:nvPr/>
        </p:nvSpPr>
        <p:spPr>
          <a:xfrm>
            <a:off x="5192777" y="3847154"/>
            <a:ext cx="1806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chemeClr val="accent2">
                    <a:lumMod val="20000"/>
                    <a:lumOff val="80000"/>
                  </a:schemeClr>
                </a:solidFill>
              </a:rPr>
              <a:t>Llamadas en ambos sentidos</a:t>
            </a:r>
          </a:p>
        </p:txBody>
      </p:sp>
    </p:spTree>
    <p:extLst>
      <p:ext uri="{BB962C8B-B14F-4D97-AF65-F5344CB8AC3E}">
        <p14:creationId xmlns:p14="http://schemas.microsoft.com/office/powerpoint/2010/main" val="206968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9DCC9-C1AB-92F1-9EF1-B00E6C6B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73BE799A-2C01-4AA1-29A3-1234AF787FCD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Bases de Datos &amp; Página Web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9EAFE29-8704-B854-B7A6-00F211A3645B}"/>
                  </a:ext>
                </a:extLst>
              </p14:cNvPr>
              <p14:cNvContentPartPr/>
              <p14:nvPr/>
            </p14:nvContentPartPr>
            <p14:xfrm>
              <a:off x="2199240" y="6233091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9EAFE29-8704-B854-B7A6-00F211A364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62240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2870513D-8761-5D36-F815-AEEAD7DA5C6F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2870513D-8761-5D36-F815-AEEAD7DA5C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3886EBF5-FB8D-9D21-EA54-13B14733E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B1F52AEF-09AE-316E-00B3-B5B4399B2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C11BC7E5-DD15-BE2A-C67C-FC80CFED5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BCA431CC-1671-28EF-3248-52109CCADF07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A41F965F-1D19-414B-284D-08E3F7DC37A4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073263F4-A4FB-FDFD-E9C6-AF921818A403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1E119A9F-1C7E-F1A3-FA29-E352134F6545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0B4C9CE-0094-D80F-02A8-128FB87791C9}"/>
              </a:ext>
            </a:extLst>
          </p:cNvPr>
          <p:cNvSpPr/>
          <p:nvPr/>
        </p:nvSpPr>
        <p:spPr>
          <a:xfrm>
            <a:off x="8298145" y="1975272"/>
            <a:ext cx="3472518" cy="3666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99A953A-3C07-8EC7-E75B-E3B6B1ECD471}"/>
              </a:ext>
            </a:extLst>
          </p:cNvPr>
          <p:cNvSpPr/>
          <p:nvPr/>
        </p:nvSpPr>
        <p:spPr>
          <a:xfrm>
            <a:off x="421337" y="2103070"/>
            <a:ext cx="1557942" cy="1395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Gráfico 10" descr="Smartphone con relleno sólido">
            <a:extLst>
              <a:ext uri="{FF2B5EF4-FFF2-40B4-BE49-F238E27FC236}">
                <a16:creationId xmlns:a16="http://schemas.microsoft.com/office/drawing/2014/main" id="{26B9F371-85B2-F566-5174-521E82EF7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1337" y="2430724"/>
            <a:ext cx="914400" cy="914400"/>
          </a:xfrm>
          <a:prstGeom prst="rect">
            <a:avLst/>
          </a:prstGeom>
        </p:spPr>
      </p:pic>
      <p:pic>
        <p:nvPicPr>
          <p:cNvPr id="3" name="Imagen 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7E772797-9709-2687-596C-F39F55D16F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pic>
        <p:nvPicPr>
          <p:cNvPr id="13" name="Gráfico 12" descr="Inalámbrico con relleno sólido">
            <a:extLst>
              <a:ext uri="{FF2B5EF4-FFF2-40B4-BE49-F238E27FC236}">
                <a16:creationId xmlns:a16="http://schemas.microsoft.com/office/drawing/2014/main" id="{68E3E879-7A51-C3BD-AC2A-48BDE033FB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6976628">
            <a:off x="1255697" y="2493560"/>
            <a:ext cx="728026" cy="728026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F48DD01-C15F-0A9B-B1B8-58940EF8E6A6}"/>
              </a:ext>
            </a:extLst>
          </p:cNvPr>
          <p:cNvSpPr/>
          <p:nvPr/>
        </p:nvSpPr>
        <p:spPr>
          <a:xfrm>
            <a:off x="2709258" y="1874795"/>
            <a:ext cx="1849120" cy="1277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Gráfico 15" descr="Internet de las cosas contorno">
            <a:extLst>
              <a:ext uri="{FF2B5EF4-FFF2-40B4-BE49-F238E27FC236}">
                <a16:creationId xmlns:a16="http://schemas.microsoft.com/office/drawing/2014/main" id="{E2564C42-B347-4BFF-0F1A-26A2B6D1C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6618" y="2136292"/>
            <a:ext cx="914400" cy="9144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B76F115-D718-B2C0-1F41-903D1476CE78}"/>
              </a:ext>
            </a:extLst>
          </p:cNvPr>
          <p:cNvSpPr txBox="1"/>
          <p:nvPr/>
        </p:nvSpPr>
        <p:spPr>
          <a:xfrm>
            <a:off x="3313778" y="1842209"/>
            <a:ext cx="98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VoIP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711EEA2-2AAF-D3F8-EAC7-2FCA0557FE29}"/>
              </a:ext>
            </a:extLst>
          </p:cNvPr>
          <p:cNvSpPr txBox="1"/>
          <p:nvPr/>
        </p:nvSpPr>
        <p:spPr>
          <a:xfrm>
            <a:off x="898857" y="214423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200X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28FD429-9DD8-3333-B7DE-53C604F70DB2}"/>
              </a:ext>
            </a:extLst>
          </p:cNvPr>
          <p:cNvSpPr/>
          <p:nvPr/>
        </p:nvSpPr>
        <p:spPr>
          <a:xfrm>
            <a:off x="5288356" y="2043930"/>
            <a:ext cx="1764301" cy="1395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AE1C3B6-A599-140E-8467-BB0998F89187}"/>
              </a:ext>
            </a:extLst>
          </p:cNvPr>
          <p:cNvSpPr txBox="1"/>
          <p:nvPr/>
        </p:nvSpPr>
        <p:spPr>
          <a:xfrm>
            <a:off x="5664199" y="2075074"/>
            <a:ext cx="108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Asterisk</a:t>
            </a:r>
          </a:p>
        </p:txBody>
      </p:sp>
      <p:pic>
        <p:nvPicPr>
          <p:cNvPr id="31" name="Gráfico 30" descr="Servidor con relleno sólido">
            <a:extLst>
              <a:ext uri="{FF2B5EF4-FFF2-40B4-BE49-F238E27FC236}">
                <a16:creationId xmlns:a16="http://schemas.microsoft.com/office/drawing/2014/main" id="{1B32BFE2-5B0E-C712-34E5-E2D55F80B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87589" y="2342234"/>
            <a:ext cx="914400" cy="914400"/>
          </a:xfrm>
          <a:prstGeom prst="rect">
            <a:avLst/>
          </a:prstGeom>
        </p:spPr>
      </p:pic>
      <p:pic>
        <p:nvPicPr>
          <p:cNvPr id="32" name="Gráfico 31" descr="Inalámbrico con relleno sólido">
            <a:extLst>
              <a:ext uri="{FF2B5EF4-FFF2-40B4-BE49-F238E27FC236}">
                <a16:creationId xmlns:a16="http://schemas.microsoft.com/office/drawing/2014/main" id="{3987C416-6BCB-54A3-BA55-7C64A387B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297073">
            <a:off x="5361213" y="2493561"/>
            <a:ext cx="728026" cy="728026"/>
          </a:xfrm>
          <a:prstGeom prst="rect">
            <a:avLst/>
          </a:prstGeom>
        </p:spPr>
      </p:pic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4269761A-6D80-A1B7-C383-49806F1AE11F}"/>
              </a:ext>
            </a:extLst>
          </p:cNvPr>
          <p:cNvSpPr/>
          <p:nvPr/>
        </p:nvSpPr>
        <p:spPr>
          <a:xfrm>
            <a:off x="360481" y="4837264"/>
            <a:ext cx="1764301" cy="1395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F87943E-2457-E082-E743-1FC0D2297679}"/>
              </a:ext>
            </a:extLst>
          </p:cNvPr>
          <p:cNvSpPr txBox="1"/>
          <p:nvPr/>
        </p:nvSpPr>
        <p:spPr>
          <a:xfrm>
            <a:off x="9424834" y="2437572"/>
            <a:ext cx="108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MariaDB</a:t>
            </a:r>
          </a:p>
        </p:txBody>
      </p:sp>
      <p:pic>
        <p:nvPicPr>
          <p:cNvPr id="38" name="Gráfico 37" descr="Base de datos con relleno sólido">
            <a:extLst>
              <a:ext uri="{FF2B5EF4-FFF2-40B4-BE49-F238E27FC236}">
                <a16:creationId xmlns:a16="http://schemas.microsoft.com/office/drawing/2014/main" id="{559074DC-B72F-5AFA-B5D9-40D92480D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54300" y="2741843"/>
            <a:ext cx="914400" cy="914400"/>
          </a:xfrm>
          <a:prstGeom prst="rect">
            <a:avLst/>
          </a:prstGeom>
        </p:spPr>
      </p:pic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87B5973-BB87-FF09-4299-ED92215E1314}"/>
              </a:ext>
            </a:extLst>
          </p:cNvPr>
          <p:cNvCxnSpPr>
            <a:cxnSpLocks/>
          </p:cNvCxnSpPr>
          <p:nvPr/>
        </p:nvCxnSpPr>
        <p:spPr>
          <a:xfrm>
            <a:off x="7052657" y="2520771"/>
            <a:ext cx="1245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agen 43" descr="Logotipo&#10;&#10;El contenido generado por IA puede ser incorrecto.">
            <a:extLst>
              <a:ext uri="{FF2B5EF4-FFF2-40B4-BE49-F238E27FC236}">
                <a16:creationId xmlns:a16="http://schemas.microsoft.com/office/drawing/2014/main" id="{D48BFE2A-4BD5-8EFF-26B2-1CD2311836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072" y="2080701"/>
            <a:ext cx="682588" cy="453288"/>
          </a:xfrm>
          <a:prstGeom prst="rect">
            <a:avLst/>
          </a:prstGeom>
        </p:spPr>
      </p:pic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E92B6F27-31A9-38C8-260C-D6A22718D968}"/>
              </a:ext>
            </a:extLst>
          </p:cNvPr>
          <p:cNvSpPr/>
          <p:nvPr/>
        </p:nvSpPr>
        <p:spPr>
          <a:xfrm>
            <a:off x="2787172" y="4130484"/>
            <a:ext cx="1764301" cy="1395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7" name="Gráfico 46" descr="Internet con relleno sólido">
            <a:extLst>
              <a:ext uri="{FF2B5EF4-FFF2-40B4-BE49-F238E27FC236}">
                <a16:creationId xmlns:a16="http://schemas.microsoft.com/office/drawing/2014/main" id="{D32B4E58-37BD-94E9-D100-8E6A9E3AF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4058" y="5235202"/>
            <a:ext cx="914400" cy="914400"/>
          </a:xfrm>
          <a:prstGeom prst="rect">
            <a:avLst/>
          </a:prstGeom>
        </p:spPr>
      </p:pic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7A86CC45-EA2B-8CB9-A320-35290511E7E1}"/>
              </a:ext>
            </a:extLst>
          </p:cNvPr>
          <p:cNvSpPr/>
          <p:nvPr/>
        </p:nvSpPr>
        <p:spPr>
          <a:xfrm>
            <a:off x="5213864" y="4661330"/>
            <a:ext cx="1764301" cy="1395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276E312-ADBF-D9AE-52A7-9F7222BDA70E}"/>
              </a:ext>
            </a:extLst>
          </p:cNvPr>
          <p:cNvSpPr txBox="1"/>
          <p:nvPr/>
        </p:nvSpPr>
        <p:spPr>
          <a:xfrm>
            <a:off x="717982" y="4966655"/>
            <a:ext cx="966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Usuario</a:t>
            </a:r>
          </a:p>
        </p:txBody>
      </p:sp>
      <p:pic>
        <p:nvPicPr>
          <p:cNvPr id="51" name="Gráfico 50" descr="Diseño web con relleno sólido">
            <a:extLst>
              <a:ext uri="{FF2B5EF4-FFF2-40B4-BE49-F238E27FC236}">
                <a16:creationId xmlns:a16="http://schemas.microsoft.com/office/drawing/2014/main" id="{BCF2CC81-32B6-C4FA-952A-5493B99C9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12122" y="4564090"/>
            <a:ext cx="914400" cy="9144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BC37B659-3895-24D6-D0B9-01658760AAD2}"/>
              </a:ext>
            </a:extLst>
          </p:cNvPr>
          <p:cNvSpPr txBox="1"/>
          <p:nvPr/>
        </p:nvSpPr>
        <p:spPr>
          <a:xfrm>
            <a:off x="2939113" y="4281373"/>
            <a:ext cx="146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URL: IP:5050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AEF6191-2192-CF93-9969-3BD005F48D9A}"/>
              </a:ext>
            </a:extLst>
          </p:cNvPr>
          <p:cNvSpPr txBox="1"/>
          <p:nvPr/>
        </p:nvSpPr>
        <p:spPr>
          <a:xfrm>
            <a:off x="5470231" y="4723158"/>
            <a:ext cx="117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App_flask</a:t>
            </a:r>
          </a:p>
        </p:txBody>
      </p:sp>
      <p:sp>
        <p:nvSpPr>
          <p:cNvPr id="54" name="Pergamino: vertical 53">
            <a:extLst>
              <a:ext uri="{FF2B5EF4-FFF2-40B4-BE49-F238E27FC236}">
                <a16:creationId xmlns:a16="http://schemas.microsoft.com/office/drawing/2014/main" id="{5A8EB406-8CF8-C65A-C6BF-79F02083D3B4}"/>
              </a:ext>
            </a:extLst>
          </p:cNvPr>
          <p:cNvSpPr/>
          <p:nvPr/>
        </p:nvSpPr>
        <p:spPr>
          <a:xfrm>
            <a:off x="5635762" y="5126118"/>
            <a:ext cx="920737" cy="748034"/>
          </a:xfrm>
          <a:prstGeom prst="verticalScroll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55E8ED6-DD19-7ED9-75E9-66F3FD638A02}"/>
              </a:ext>
            </a:extLst>
          </p:cNvPr>
          <p:cNvSpPr txBox="1"/>
          <p:nvPr/>
        </p:nvSpPr>
        <p:spPr>
          <a:xfrm>
            <a:off x="5867437" y="533182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.py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BAB93D4-35BF-330C-F4BE-5F7217212EDC}"/>
              </a:ext>
            </a:extLst>
          </p:cNvPr>
          <p:cNvSpPr txBox="1"/>
          <p:nvPr/>
        </p:nvSpPr>
        <p:spPr>
          <a:xfrm>
            <a:off x="8520372" y="3538609"/>
            <a:ext cx="118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Registros</a:t>
            </a:r>
          </a:p>
        </p:txBody>
      </p:sp>
      <p:sp>
        <p:nvSpPr>
          <p:cNvPr id="59" name="Pergamino: vertical 58">
            <a:extLst>
              <a:ext uri="{FF2B5EF4-FFF2-40B4-BE49-F238E27FC236}">
                <a16:creationId xmlns:a16="http://schemas.microsoft.com/office/drawing/2014/main" id="{CB08CFA9-F91D-AF93-505C-89E7AAF8E470}"/>
              </a:ext>
            </a:extLst>
          </p:cNvPr>
          <p:cNvSpPr/>
          <p:nvPr/>
        </p:nvSpPr>
        <p:spPr>
          <a:xfrm>
            <a:off x="10608435" y="3434471"/>
            <a:ext cx="920737" cy="748034"/>
          </a:xfrm>
          <a:prstGeom prst="verticalScroll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B11B42D-E7FC-5B4C-0E5B-4286A1CE5FEF}"/>
              </a:ext>
            </a:extLst>
          </p:cNvPr>
          <p:cNvSpPr txBox="1"/>
          <p:nvPr/>
        </p:nvSpPr>
        <p:spPr>
          <a:xfrm>
            <a:off x="10805534" y="3590812"/>
            <a:ext cx="49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.py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6B1CE11-29B2-2C9D-812F-F5CE81534036}"/>
              </a:ext>
            </a:extLst>
          </p:cNvPr>
          <p:cNvSpPr txBox="1"/>
          <p:nvPr/>
        </p:nvSpPr>
        <p:spPr>
          <a:xfrm>
            <a:off x="10362204" y="4241805"/>
            <a:ext cx="136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Filtra Datos</a:t>
            </a:r>
          </a:p>
        </p:txBody>
      </p:sp>
      <p:pic>
        <p:nvPicPr>
          <p:cNvPr id="62" name="Gráfico 61" descr="Base de datos con relleno sólido">
            <a:extLst>
              <a:ext uri="{FF2B5EF4-FFF2-40B4-BE49-F238E27FC236}">
                <a16:creationId xmlns:a16="http://schemas.microsoft.com/office/drawing/2014/main" id="{78AECCA6-F262-0FCA-B04A-BA1E7D86D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32672" y="4273032"/>
            <a:ext cx="914400" cy="914400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EC5A0511-4C0C-9044-059C-0C767DD7017D}"/>
              </a:ext>
            </a:extLst>
          </p:cNvPr>
          <p:cNvSpPr txBox="1"/>
          <p:nvPr/>
        </p:nvSpPr>
        <p:spPr>
          <a:xfrm>
            <a:off x="8516471" y="5086854"/>
            <a:ext cx="1950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Datos Filtrados</a:t>
            </a:r>
          </a:p>
        </p:txBody>
      </p:sp>
      <p:cxnSp>
        <p:nvCxnSpPr>
          <p:cNvPr id="66" name="Conector: curvado 65">
            <a:extLst>
              <a:ext uri="{FF2B5EF4-FFF2-40B4-BE49-F238E27FC236}">
                <a16:creationId xmlns:a16="http://schemas.microsoft.com/office/drawing/2014/main" id="{812D4A4F-0414-2F0A-F5CF-9054E64B5DFE}"/>
              </a:ext>
            </a:extLst>
          </p:cNvPr>
          <p:cNvCxnSpPr>
            <a:cxnSpLocks/>
          </p:cNvCxnSpPr>
          <p:nvPr/>
        </p:nvCxnSpPr>
        <p:spPr>
          <a:xfrm>
            <a:off x="9772919" y="3094026"/>
            <a:ext cx="678513" cy="3457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01568ECC-1624-88CA-955E-637C96EAAC31}"/>
              </a:ext>
            </a:extLst>
          </p:cNvPr>
          <p:cNvCxnSpPr>
            <a:cxnSpLocks/>
            <a:stCxn id="61" idx="1"/>
          </p:cNvCxnSpPr>
          <p:nvPr/>
        </p:nvCxnSpPr>
        <p:spPr>
          <a:xfrm rot="10800000" flipV="1">
            <a:off x="9618602" y="4426470"/>
            <a:ext cx="743602" cy="3834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ector: curvado 74">
            <a:extLst>
              <a:ext uri="{FF2B5EF4-FFF2-40B4-BE49-F238E27FC236}">
                <a16:creationId xmlns:a16="http://schemas.microsoft.com/office/drawing/2014/main" id="{3F0B3613-8002-6A98-BD7F-E3DA357F4302}"/>
              </a:ext>
            </a:extLst>
          </p:cNvPr>
          <p:cNvCxnSpPr>
            <a:cxnSpLocks/>
            <a:endCxn id="49" idx="3"/>
          </p:cNvCxnSpPr>
          <p:nvPr/>
        </p:nvCxnSpPr>
        <p:spPr>
          <a:xfrm rot="10800000" flipV="1">
            <a:off x="6978165" y="5005952"/>
            <a:ext cx="1245460" cy="3532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curvado 77">
            <a:extLst>
              <a:ext uri="{FF2B5EF4-FFF2-40B4-BE49-F238E27FC236}">
                <a16:creationId xmlns:a16="http://schemas.microsoft.com/office/drawing/2014/main" id="{675CEC1E-8F69-320A-8AD5-8FE9950DE77F}"/>
              </a:ext>
            </a:extLst>
          </p:cNvPr>
          <p:cNvCxnSpPr>
            <a:cxnSpLocks/>
            <a:endCxn id="45" idx="3"/>
          </p:cNvCxnSpPr>
          <p:nvPr/>
        </p:nvCxnSpPr>
        <p:spPr>
          <a:xfrm rot="10800000">
            <a:off x="4551473" y="4828398"/>
            <a:ext cx="613436" cy="2977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curvado 82">
            <a:extLst>
              <a:ext uri="{FF2B5EF4-FFF2-40B4-BE49-F238E27FC236}">
                <a16:creationId xmlns:a16="http://schemas.microsoft.com/office/drawing/2014/main" id="{35DEC19F-8264-799E-BEAC-936F999C32C1}"/>
              </a:ext>
            </a:extLst>
          </p:cNvPr>
          <p:cNvCxnSpPr>
            <a:cxnSpLocks/>
            <a:stCxn id="45" idx="1"/>
            <a:endCxn id="35" idx="3"/>
          </p:cNvCxnSpPr>
          <p:nvPr/>
        </p:nvCxnSpPr>
        <p:spPr>
          <a:xfrm rot="10800000" flipV="1">
            <a:off x="2124782" y="4828398"/>
            <a:ext cx="662390" cy="7067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6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79C16-F6F8-8423-17FB-C5EA945D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7EE04403-BE37-4A58-17D0-D839829F89AA}"/>
              </a:ext>
            </a:extLst>
          </p:cNvPr>
          <p:cNvSpPr/>
          <p:nvPr/>
        </p:nvSpPr>
        <p:spPr>
          <a:xfrm>
            <a:off x="1740568" y="497146"/>
            <a:ext cx="8710864" cy="1194174"/>
          </a:xfrm>
          <a:prstGeom prst="flowChartAlternateProces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>
                <a:solidFill>
                  <a:schemeClr val="tx1"/>
                </a:solidFill>
                <a:latin typeface="Abadi" panose="020B0604020104020204" pitchFamily="34" charset="0"/>
              </a:rPr>
              <a:t>Preguntas: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1E12611-5824-FE35-33E7-63EC52FF0E52}"/>
                  </a:ext>
                </a:extLst>
              </p14:cNvPr>
              <p14:cNvContentPartPr/>
              <p14:nvPr/>
            </p14:nvContentPartPr>
            <p14:xfrm>
              <a:off x="27720" y="6588771"/>
              <a:ext cx="360" cy="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1E12611-5824-FE35-33E7-63EC52FF0E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" y="657977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áfico 18" descr="Altavoz de teléfono con relleno sólido">
            <a:extLst>
              <a:ext uri="{FF2B5EF4-FFF2-40B4-BE49-F238E27FC236}">
                <a16:creationId xmlns:a16="http://schemas.microsoft.com/office/drawing/2014/main" id="{C14A3D45-B736-DA20-6C65-CCC101C10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448198">
            <a:off x="994474" y="28562"/>
            <a:ext cx="486252" cy="486252"/>
          </a:xfrm>
          <a:prstGeom prst="rect">
            <a:avLst/>
          </a:prstGeom>
        </p:spPr>
      </p:pic>
      <p:pic>
        <p:nvPicPr>
          <p:cNvPr id="20" name="Gráfico 19" descr="Altavoz de teléfono con relleno sólido">
            <a:extLst>
              <a:ext uri="{FF2B5EF4-FFF2-40B4-BE49-F238E27FC236}">
                <a16:creationId xmlns:a16="http://schemas.microsoft.com/office/drawing/2014/main" id="{05314162-D4EB-1909-1D35-E56C39D3B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448198">
            <a:off x="635411" y="626817"/>
            <a:ext cx="486252" cy="486252"/>
          </a:xfrm>
          <a:prstGeom prst="rect">
            <a:avLst/>
          </a:prstGeom>
        </p:spPr>
      </p:pic>
      <p:pic>
        <p:nvPicPr>
          <p:cNvPr id="21" name="Gráfico 20" descr="Altavoz de teléfono con relleno sólido">
            <a:extLst>
              <a:ext uri="{FF2B5EF4-FFF2-40B4-BE49-F238E27FC236}">
                <a16:creationId xmlns:a16="http://schemas.microsoft.com/office/drawing/2014/main" id="{CF03634F-FC37-C0BE-52BF-7A1BF1BBB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448198">
            <a:off x="44576" y="1012924"/>
            <a:ext cx="486252" cy="48625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4270486C-941F-ECA1-CDE0-D9A1D0F7B96D}"/>
              </a:ext>
            </a:extLst>
          </p:cNvPr>
          <p:cNvGrpSpPr/>
          <p:nvPr/>
        </p:nvGrpSpPr>
        <p:grpSpPr>
          <a:xfrm rot="5400000">
            <a:off x="-962920" y="-961438"/>
            <a:ext cx="1980000" cy="1980000"/>
            <a:chOff x="-999981" y="5886422"/>
            <a:chExt cx="1980000" cy="1980000"/>
          </a:xfrm>
        </p:grpSpPr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2B88081A-6F1F-99BE-1C30-8688399971DE}"/>
                </a:ext>
              </a:extLst>
            </p:cNvPr>
            <p:cNvSpPr/>
            <p:nvPr/>
          </p:nvSpPr>
          <p:spPr>
            <a:xfrm>
              <a:off x="-414981" y="6453000"/>
              <a:ext cx="810000" cy="81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A558F3C2-FB9C-BF41-8618-A9AAB4809886}"/>
                </a:ext>
              </a:extLst>
            </p:cNvPr>
            <p:cNvSpPr/>
            <p:nvPr/>
          </p:nvSpPr>
          <p:spPr>
            <a:xfrm>
              <a:off x="-999981" y="5886422"/>
              <a:ext cx="1980000" cy="19800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90AEEF5F-F164-6076-E094-2FD0FEAACA3B}"/>
                </a:ext>
              </a:extLst>
            </p:cNvPr>
            <p:cNvSpPr/>
            <p:nvPr/>
          </p:nvSpPr>
          <p:spPr>
            <a:xfrm>
              <a:off x="-708381" y="6178022"/>
              <a:ext cx="1396800" cy="1396800"/>
            </a:xfrm>
            <a:prstGeom prst="arc">
              <a:avLst>
                <a:gd name="adj1" fmla="val 16256248"/>
                <a:gd name="adj2" fmla="val 21545547"/>
              </a:avLst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</a:rPr>
                <a:t> </a:t>
              </a:r>
            </a:p>
          </p:txBody>
        </p:sp>
      </p:grpSp>
      <p:pic>
        <p:nvPicPr>
          <p:cNvPr id="3" name="Imagen 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8670A27B-8B47-B5AC-EBCF-6CAEE63A3A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566" y="5526311"/>
            <a:ext cx="1062460" cy="10624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804FA4D-88E0-EB23-3507-4227E6B744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69132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7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ysClr val="window" lastClr="FFFFFF"/>
      </a:lt1>
      <a:dk2>
        <a:srgbClr val="196B24"/>
      </a:dk2>
      <a:lt2>
        <a:srgbClr val="E8E8E8"/>
      </a:lt2>
      <a:accent1>
        <a:srgbClr val="DAF6DE"/>
      </a:accent1>
      <a:accent2>
        <a:srgbClr val="47D45A"/>
      </a:accent2>
      <a:accent3>
        <a:srgbClr val="00B050"/>
      </a:accent3>
      <a:accent4>
        <a:srgbClr val="C1F0C8"/>
      </a:accent4>
      <a:accent5>
        <a:srgbClr val="4EA72E"/>
      </a:accent5>
      <a:accent6>
        <a:srgbClr val="92D050"/>
      </a:accent6>
      <a:hlink>
        <a:srgbClr val="0F9ED5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Panorámica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MARCHEL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MARCHEL</dc:title>
  <dc:creator>Fernández Hernández Chelsea</dc:creator>
  <cp:revision>2</cp:revision>
  <dcterms:created xsi:type="dcterms:W3CDTF">2025-03-21T18:32:41Z</dcterms:created>
  <dcterms:modified xsi:type="dcterms:W3CDTF">2026-03-17T09:59:04Z</dcterms:modified>
</cp:coreProperties>
</file>